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PYTHIA  ·  OR_Pythia_26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Fusion Manufacturing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1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RFP-Winning System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RFP to a grounded, data-backed win decision — in minutes, not days.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multi-agent system  ·  Production-ready POC  ·  Oracle Practice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the traditional 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pursuit teams qualify and respond to an Oracle bid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240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4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days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analyst effort spent on manual competitive research per RFP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51960" y="182880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2240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4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80560" y="32461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analyst covers different competitors, at different depth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3840" y="182880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92440" y="2240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4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Gut-feel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92440" y="32461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decisions made on instinct, not historical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212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slow, expensive bid prep and proposals that can't prove why we win.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Manufacturing — RFP-Winning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RFP — seven AI agents produce the full pursuit pack, grounded in real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1762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intelligence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63347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must-haves and evaluation factors, extracted automatically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24028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1762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battlecards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263347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strengths and weaknesses for every likely competitor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0965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positioning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55371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pitch, built from proven win themes and past results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38404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16052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0965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 + plan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55371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data-backed Go / No-Go with the gaps to close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Manufacturing — RFP-Winning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phases, seven agents — each phase builds on the last</a:t>
            </a:r>
            <a:endParaRPr lang="en-US" sz="1400" dirty="0"/>
          </a:p>
        </p:txBody>
      </p:sp>
      <p:pic>
        <p:nvPicPr>
          <p:cNvPr id="4" name="Image 0" descr="diagram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554480"/>
            <a:ext cx="612648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Manufacturing — RFP-Winning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differentiator: grounded, not guessed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answers are credible — and reproducible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6E7E5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4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AI tool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competitor facts from model memory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answer every run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 is a guess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from the open internet (data + compliance risk)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E1F5EE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27432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grounded in curated internal data (RAG)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RFP → same answer, with cited sources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 from real historical win rates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at runtime — governed, Blueverse-safe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4864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is the moat: a probability backed by 5 of 8 past bids beats any number a model invents.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Manufacturing — RFP-Winning System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replaces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pursuit prep vs. the RFP-Winning System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69080"/>
                <a:gridCol w="40690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RFP-Winning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 RFP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analyst-days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10 minutes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Ad-hoc, varies by analyst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likely competitor, consistently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for claims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and opinion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data + cited 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/ No-Go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Gut feel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probability from historical base rates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Hand-built documents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structured, reusable reports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One-off each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Reproducible, auditable runs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Manufacturing — RFP-Winning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produces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run on the sample Oracle Fusion Manufacturing RFP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0B3B30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DC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57400" y="388620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138268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3886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5 of 8 historical bids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this competitor set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20640" y="1828800"/>
            <a:ext cx="6583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94960" y="197510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battlecards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235915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competitors profiled — honest win/lose view each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3072384"/>
            <a:ext cx="6583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32186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pitch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360273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themes drawn from past wins and losses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0" y="4315968"/>
            <a:ext cx="6583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446227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94960" y="48463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gaps to close, with owner roles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Manufacturing — RFP-Winning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value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gain looks like — illustrative targets for the POC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on competitive research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→ minutes per RFP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7830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8056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competitors covered, every run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analyst-to-analyst gaps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7830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bid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09244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on data, not instinct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9244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wasted pursuits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908792" cy="1325880"/>
          </a:xfrm>
          <a:prstGeom prst="roundRect">
            <a:avLst>
              <a:gd name="adj" fmla="val 5517"/>
            </a:avLst>
          </a:prstGeom>
          <a:solidFill>
            <a:srgbClr val="E1F5EE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526280"/>
            <a:ext cx="10268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leverage: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typical $10–20M Oracle Fusion bid, even a few points of win-rate lift returns many times the cost of building and running this system. Faster qualification also frees senior pre-sales time for the bids worth chasing.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Manufacturing — RFP-Winning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POC stands 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advantages that carry into production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behind every claim and number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121408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697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cited answer — every time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18288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121408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2697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at runtime; governed Blueverse data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950208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931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526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pursuit pack in minutes, runs in parallel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51960" y="36576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950208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3931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26280" y="4526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failing never crashes the run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863840" y="36576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3950208"/>
            <a:ext cx="411480" cy="4114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1" name="Text 29"/>
          <p:cNvSpPr/>
          <p:nvPr/>
        </p:nvSpPr>
        <p:spPr>
          <a:xfrm>
            <a:off x="8138160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0" y="3931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38160" y="4526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jobs, persistence, tests, prod server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Manufacturing — RFP-Winning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production-ready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planes, governed data, operational from day one</a:t>
            </a:r>
            <a:endParaRPr lang="en-US" sz="1400" dirty="0"/>
          </a:p>
        </p:txBody>
      </p:sp>
      <p:pic>
        <p:nvPicPr>
          <p:cNvPr id="4" name="Image 0" descr="diagra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6766560" cy="40782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828800"/>
            <a:ext cx="201168" cy="201168"/>
          </a:xfrm>
          <a:prstGeom prst="ellipse">
            <a:avLst/>
          </a:prstGeom>
          <a:solidFill>
            <a:srgbClr val="DC8A2C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+ isolated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21040" y="20756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jobs, one failure degrades gracefully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01000" y="2807208"/>
            <a:ext cx="201168" cy="201168"/>
          </a:xfrm>
          <a:prstGeom prst="ellipse">
            <a:avLst/>
          </a:prstGeom>
          <a:solidFill>
            <a:srgbClr val="DC8A2C"/>
          </a:solidFill>
          <a:ln/>
        </p:spPr>
      </p:sp>
      <p:sp>
        <p:nvSpPr>
          <p:cNvPr id="9" name="Text 6"/>
          <p:cNvSpPr/>
          <p:nvPr/>
        </p:nvSpPr>
        <p:spPr>
          <a:xfrm>
            <a:off x="8321040" y="2715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data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321040" y="30540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MCP/RAG only — no internet egress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01000" y="3785616"/>
            <a:ext cx="201168" cy="201168"/>
          </a:xfrm>
          <a:prstGeom prst="ellipse">
            <a:avLst/>
          </a:prstGeom>
          <a:solidFill>
            <a:srgbClr val="DC8A2C"/>
          </a:solidFill>
          <a:ln/>
        </p:spPr>
      </p:sp>
      <p:sp>
        <p:nvSpPr>
          <p:cNvPr id="12" name="Text 9"/>
          <p:cNvSpPr/>
          <p:nvPr/>
        </p:nvSpPr>
        <p:spPr>
          <a:xfrm>
            <a:off x="8321040" y="36941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runs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21040" y="40325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analysis saved and auditable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01000" y="4764024"/>
            <a:ext cx="201168" cy="201168"/>
          </a:xfrm>
          <a:prstGeom prst="ellipse">
            <a:avLst/>
          </a:prstGeom>
          <a:solidFill>
            <a:srgbClr val="DC8A2C"/>
          </a:solidFill>
          <a:ln/>
        </p:spPr>
      </p:sp>
      <p:sp>
        <p:nvSpPr>
          <p:cNvPr id="15" name="Text 12"/>
          <p:cNvSpPr/>
          <p:nvPr/>
        </p:nvSpPr>
        <p:spPr>
          <a:xfrm>
            <a:off x="8321040" y="46725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21040" y="50109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monitoring, retries, secrets vault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Manufacturing — RFP-Winning System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wins the bid — and the prize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RFP's 1000-point evaluation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Differentiation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agents + a movable win probability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Fit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capability mapped to documented modules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Qualifications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4617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Battlecards cite verifiable prior wins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37947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Value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4617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built on real outcomes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Manufacturing — RFP-Winning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POC to production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steps, already designed and documented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DC8A2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agents in Blueverse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7 agents, attach RAG/MCP grounding, wire the flow IDs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194560"/>
            <a:ext cx="457200" cy="457200"/>
          </a:xfrm>
          <a:prstGeom prst="ellipse">
            <a:avLst/>
          </a:prstGeom>
          <a:solidFill>
            <a:srgbClr val="DC8A2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real data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seeded profiles with your true competitor and win/loss records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8888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194560"/>
            <a:ext cx="457200" cy="457200"/>
          </a:xfrm>
          <a:prstGeom prst="ellipse">
            <a:avLst/>
          </a:prstGeom>
          <a:solidFill>
            <a:srgbClr val="DC8A2C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520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behind auth + HTTPS, monitor, and refresh data on a schedule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Manufacturing — RFP-Winning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RFP to a winning decision — grounded, fast, repeatable.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3657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Manufacturing RFP-Winning System  ·  Pythia / OR_Pythia_26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Fusion Manufacturing RFP-Winning System</dc:title>
  <dc:subject>PptxGenJS Presentation</dc:subject>
  <dc:creator>OR_Pythia_26</dc:creator>
  <cp:lastModifiedBy>OR_Pythia_26</cp:lastModifiedBy>
  <cp:revision>1</cp:revision>
  <dcterms:created xsi:type="dcterms:W3CDTF">2026-06-17T02:30:22Z</dcterms:created>
  <dcterms:modified xsi:type="dcterms:W3CDTF">2026-06-17T02:30:22Z</dcterms:modified>
</cp:coreProperties>
</file>